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Economica"/>
      <p:regular r:id="rId10"/>
      <p:bold r:id="rId11"/>
      <p:italic r:id="rId12"/>
      <p:boldItalic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bold.fntdata"/><Relationship Id="rId10" Type="http://schemas.openxmlformats.org/officeDocument/2006/relationships/font" Target="fonts/Economica-regular.fntdata"/><Relationship Id="rId13" Type="http://schemas.openxmlformats.org/officeDocument/2006/relationships/font" Target="fonts/Economica-boldItalic.fntdata"/><Relationship Id="rId12" Type="http://schemas.openxmlformats.org/officeDocument/2006/relationships/font" Target="fonts/Economic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c81f47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9c81f47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c81f473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9c81f473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9c81f473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9c81f473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653630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/>
              <a:t>Training an LLM to Predict Accurately against Randomness for Restaurant Use</a:t>
            </a:r>
            <a:endParaRPr sz="338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325955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Mamdud Rahman &amp; Miguel Reyes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to Solve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Restaurant</a:t>
            </a:r>
            <a:r>
              <a:rPr lang="en"/>
              <a:t> inventory are tedious and prone to human error as well as a number of random factors that harms sales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Inaccurate counts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Food waste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Sales Differences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an we automate an easy solution that is able accommodate for numerous random factors while maintaining accuracy and timeliness?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Description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Training an LLM to read and predict inventory needs for restaurants in Russell House (ScyllaDB)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Researching popular restaurant PoS and Backend systems (such as StockTrim)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Help ensure accurate inventory counts with helpful and predictive systems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Save time and limit room for human error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Make the system user friendly by ensuring new data entry is properly read and incorporated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Methods: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919288" y="3264425"/>
            <a:ext cx="1848000" cy="106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Receive and create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Initial RH Data/Visualizations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648000" y="3264425"/>
            <a:ext cx="1848000" cy="1065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pen Sans"/>
                <a:ea typeface="Open Sans"/>
                <a:cs typeface="Open Sans"/>
                <a:sym typeface="Open Sans"/>
              </a:rPr>
              <a:t>Feed data to LLM and create a predictive visualization for next week/month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376713" y="3264425"/>
            <a:ext cx="1848000" cy="10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Compare predicted results to actual results from RH data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916350" y="3605675"/>
            <a:ext cx="582600" cy="38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645063" y="3605675"/>
            <a:ext cx="582600" cy="38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 rot="10800000">
            <a:off x="4461875" y="4435825"/>
            <a:ext cx="2922000" cy="4644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100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089150"/>
            <a:ext cx="8520600" cy="3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Aiming for at least 70% accuracy in its predictions.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Easily </a:t>
            </a:r>
            <a:r>
              <a:rPr lang="en"/>
              <a:t>accommodates</a:t>
            </a:r>
            <a:r>
              <a:rPr lang="en"/>
              <a:t> new data entered into its system and give timely outputs.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lower the amount of food waste and saves costs.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